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Data Science Course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Undergraduate Project Presentation</a:t>
            </a:r>
          </a:p>
          <a:p>
            <a:r>
              <a:t>Topic: IoT-Based Delivery Logistics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how data science techniques can be applied to</a:t>
            </a:r>
          </a:p>
          <a:p>
            <a:r>
              <a:t>IoT-style logistics data to analyze and improve delivery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Problem?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Delivery companies handle thousands of deliveries daily.</a:t>
            </a:r>
          </a:p>
          <a:p>
            <a:r>
              <a:t>Late deliveries increase costs and reduce customer satisfaction.</a:t>
            </a:r>
          </a:p>
          <a:p>
            <a:r>
              <a:t>We aim to analyze data and predict delivery delays.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Each delivery generates time-based data</a:t>
            </a:r>
          </a:p>
          <a:p>
            <a:r>
              <a:t>• Similar to sensor readings in IoT systems</a:t>
            </a:r>
          </a:p>
          <a:p>
            <a:r>
              <a:t>• Enables monitoring, analysis, and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Kaggle (Delivery Logistics Dataset – India)</a:t>
            </a:r>
          </a:p>
          <a:p>
            <a:r>
              <a:t>• Multiple delivery partners</a:t>
            </a:r>
          </a:p>
          <a:p>
            <a:r>
              <a:t>• Time-stamped delivery events</a:t>
            </a:r>
          </a:p>
          <a:p>
            <a:r>
              <a:t>• Operational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downloaded using KaggleHub</a:t>
            </a:r>
          </a:p>
          <a:p>
            <a:r>
              <a:t>• Data stored and processed using Python</a:t>
            </a:r>
          </a:p>
          <a:p>
            <a:r>
              <a:t>• No manual data entry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Standardized column names</a:t>
            </a:r>
          </a:p>
          <a:p>
            <a:r>
              <a:t>• Converted date/time columns</a:t>
            </a:r>
          </a:p>
          <a:p>
            <a:r>
              <a:t>• Handled missing values</a:t>
            </a:r>
          </a:p>
          <a:p>
            <a:r>
              <a:t>• Removed irrelevant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Calculated delivery duration</a:t>
            </a:r>
          </a:p>
          <a:p>
            <a:r>
              <a:t>• Extracted hour, day, and month</a:t>
            </a:r>
          </a:p>
          <a:p>
            <a:r>
              <a:t>• Prepared data for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Studied delivery time patterns</a:t>
            </a:r>
          </a:p>
          <a:p>
            <a:r>
              <a:t>• Compared partner performance</a:t>
            </a:r>
          </a:p>
          <a:p>
            <a:r>
              <a:t>• Identified late deliveries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approaches:</a:t>
            </a:r>
          </a:p>
          <a:p>
            <a:r>
              <a:t>• Classification: Late vs On-Time</a:t>
            </a:r>
          </a:p>
          <a:p>
            <a:r>
              <a:t>• Regression: Delivery duration (minutes)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algorithm</a:t>
            </a:r>
          </a:p>
          <a:p>
            <a:r>
              <a:t>• Handles mixed data types</a:t>
            </a:r>
          </a:p>
          <a:p>
            <a:r>
              <a:t>• Suitable for beginners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Classification:</a:t>
            </a:r>
          </a:p>
          <a:p>
            <a:r>
              <a:t>• Accuracy, F1-score</a:t>
            </a:r>
          </a:p>
          <a:p/>
          <a:p>
            <a:r>
              <a:t>Regression:</a:t>
            </a:r>
          </a:p>
          <a:p>
            <a:r>
              <a:t>• Mean Absolute Error (MAE)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Built using Streamlit</a:t>
            </a:r>
          </a:p>
          <a:p>
            <a:r>
              <a:t>• Shows KPIs and charts</a:t>
            </a:r>
          </a:p>
          <a:p>
            <a:r>
              <a:t>• Allows filtering by partner/location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Cloud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Deployed on AWS EC2 (Free Tier)</a:t>
            </a:r>
          </a:p>
          <a:p>
            <a:r>
              <a:t>• Dashboard accessible via browser</a:t>
            </a:r>
          </a:p>
          <a:p>
            <a:r>
              <a:t>• Demonstrates real-world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How to clean real-world data</a:t>
            </a:r>
          </a:p>
          <a:p>
            <a:r>
              <a:t>• How IoT data can be analyzed</a:t>
            </a:r>
          </a:p>
          <a:p>
            <a:r>
              <a:t>• Basics of machine learning</a:t>
            </a:r>
          </a:p>
          <a:p>
            <a:r>
              <a:t>• Cloud deployment concepts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shows how IoT-style data can be used</a:t>
            </a:r>
          </a:p>
          <a:p>
            <a:r>
              <a:t>to gain insights and support better decision-making</a:t>
            </a:r>
          </a:p>
          <a:p>
            <a:r>
              <a:t>in delivery logistics.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